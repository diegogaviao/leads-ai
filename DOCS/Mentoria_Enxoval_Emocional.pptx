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Mentoria Emocional para Gestantes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 enxoval invisível. Mas essencial.</a:t>
            </a:r>
          </a:p>
          <a:p>
            <a:r>
              <a:t>Proposta por Karina Botti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Enxoval Emocional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Quando uma mulher descobre a gravidez, ela monta o enxoval do bebê.</a:t>
            </a:r>
          </a:p>
          <a:p>
            <a:pPr>
              <a:defRPr sz="2000"/>
            </a:pPr>
            <a:r>
              <a:t>Mas quase ninguém ensina a montar o Enxoval da Alma.</a:t>
            </a:r>
          </a:p>
          <a:p>
            <a:pPr>
              <a:defRPr sz="2000"/>
            </a:pPr>
            <a:r>
              <a:t>Um espaço para acolher medo, culpa, expectativas e luto.</a:t>
            </a:r>
          </a:p>
          <a:p>
            <a:pPr>
              <a:defRPr sz="2000"/>
            </a:pPr>
            <a:r>
              <a:t>Ordenar por dentro... antes de ter que segurar tudo por fora.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essa Mentoria Precisa Existir?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 programa atual já cuida do físico (corpo, bebê).</a:t>
            </a:r>
          </a:p>
          <a:p>
            <a:pPr>
              <a:defRPr sz="2000"/>
            </a:pPr>
            <a:r>
              <a:t>Mas e o coração dessa mulher?</a:t>
            </a:r>
          </a:p>
          <a:p>
            <a:pPr>
              <a:defRPr sz="2000"/>
            </a:pPr>
            <a:r>
              <a:t>Gestação e puerpério são portais que abrem feridas e memórias.</a:t>
            </a:r>
          </a:p>
          <a:p>
            <a:pPr>
              <a:defRPr sz="2000"/>
            </a:pPr>
            <a:r>
              <a:t>Sem um espaço seguro, o nascimento pode virar colapso.</a:t>
            </a:r>
          </a:p>
          <a:p>
            <a:pPr>
              <a:defRPr sz="2000"/>
            </a:pPr>
            <a:r>
              <a:t>A mentoria torna o cuidado realmente INTEGRAL.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Identidade da Mentoria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Opção 1: Enxoval da Alma</a:t>
            </a:r>
          </a:p>
          <a:p>
            <a:pPr>
              <a:defRPr sz="2000"/>
            </a:pPr>
            <a:r>
              <a:t>Opção 2: Antes do Colo, o Centro</a:t>
            </a:r>
          </a:p>
          <a:p>
            <a:pPr>
              <a:defRPr sz="2000"/>
            </a:pPr>
            <a:r>
              <a:t>Opção 3: Raízes Maternas</a:t>
            </a:r>
          </a:p>
          <a:p>
            <a:pPr>
              <a:defRPr sz="2000"/>
            </a:pPr>
            <a:r>
              <a:t>Opção 4: Ouvindo o Coração da Mãe</a:t>
            </a:r>
          </a:p>
          <a:p>
            <a:pPr>
              <a:defRPr sz="2000"/>
            </a:pPr>
            <a:r>
              <a:t>Opção 5: Nascer Mãe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do Programa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Acolher emoções (medo, culpa) da gestação/pós-parto.</a:t>
            </a:r>
          </a:p>
          <a:p>
            <a:pPr>
              <a:defRPr sz="2000"/>
            </a:pPr>
            <a:r>
              <a:t>Prevenir crises (Burnout Materno, DPP, Ansiedade).</a:t>
            </a:r>
          </a:p>
          <a:p>
            <a:pPr>
              <a:defRPr sz="2000"/>
            </a:pPr>
            <a:r>
              <a:t>Reforçar a identidade da mulher além da maternidade.</a:t>
            </a:r>
          </a:p>
          <a:p>
            <a:pPr>
              <a:defRPr sz="2000"/>
            </a:pPr>
            <a:r>
              <a:t>Preparar o emocional para a mudança conjugal.</a:t>
            </a:r>
          </a:p>
          <a:p>
            <a:pPr>
              <a:defRPr sz="2000"/>
            </a:pPr>
            <a:r>
              <a:t>Ensinar práticas de autoacolhimento e fé.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da Mentoria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Formato: Grupo Online (com encontro presencial opcional).</a:t>
            </a:r>
          </a:p>
          <a:p>
            <a:pPr>
              <a:defRPr sz="2000"/>
            </a:pPr>
            <a:r>
              <a:t>Duração: 6 Encontros (Semanais ou Quinzenais).</a:t>
            </a:r>
          </a:p>
          <a:p>
            <a:pPr>
              <a:defRPr sz="2000"/>
            </a:pPr>
            <a:r>
              <a:t>Suporte: Grupo de WhatsApp para direção leve.</a:t>
            </a:r>
          </a:p>
          <a:p>
            <a:pPr>
              <a:defRPr sz="2000"/>
            </a:pPr>
            <a:r>
              <a:t>Material: Exercícios práticos + PDFs de rituais.</a:t>
            </a:r>
          </a:p>
          <a:p>
            <a:pPr>
              <a:defRPr sz="2000"/>
            </a:pPr>
            <a:r>
              <a:t>Encerramento: Roda presencial com simbologias (flores, oração).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Jornada de 6 Encontros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O que está nascendo em mim? (Nova Identidade)</a:t>
            </a:r>
          </a:p>
          <a:p>
            <a:pPr>
              <a:defRPr sz="2000"/>
            </a:pPr>
            <a:r>
              <a:t>2. Não sou só mãe (Valor da Mulher Inteira)</a:t>
            </a:r>
          </a:p>
          <a:p>
            <a:pPr>
              <a:defRPr sz="2000"/>
            </a:pPr>
            <a:r>
              <a:t>3. O que eu esperava e o que é (Frustrações e Culpa)</a:t>
            </a:r>
          </a:p>
          <a:p>
            <a:pPr>
              <a:defRPr sz="2000"/>
            </a:pPr>
            <a:r>
              <a:t>4. O amor que também assusta (Medos e Instabilidades)</a:t>
            </a:r>
          </a:p>
          <a:p>
            <a:pPr>
              <a:defRPr sz="2000"/>
            </a:pPr>
            <a:r>
              <a:t>5. Cuidar de mim não é luxo (Rotina com Sentido)</a:t>
            </a:r>
          </a:p>
          <a:p>
            <a:pPr>
              <a:defRPr sz="2000"/>
            </a:pPr>
            <a:r>
              <a:t>6. Eu não volto a ser a mesma. Mas posso voltar a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 Quem É?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Gestantes a partir da 16ª semana.</a:t>
            </a:r>
          </a:p>
          <a:p>
            <a:pPr>
              <a:defRPr sz="2000"/>
            </a:pPr>
            <a:r>
              <a:t>Puérperas até 6 meses.</a:t>
            </a:r>
          </a:p>
          <a:p>
            <a:pPr>
              <a:defRPr sz="2000"/>
            </a:pPr>
            <a:r>
              <a:t>Mulheres atendidas pelo programa multidisciplinar.</a:t>
            </a:r>
          </a:p>
          <a:p>
            <a:pPr>
              <a:defRPr sz="2000"/>
            </a:pPr>
            <a:r>
              <a:t>Quem sente: medo, exaustão, insegurança, perda de 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Ganhos Reais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Para a Mulher: Clareza, Leveza, Conexão profunda com bebê/parceiro.</a:t>
            </a:r>
          </a:p>
          <a:p>
            <a:pPr>
              <a:defRPr sz="2000"/>
            </a:pPr>
            <a:r>
              <a:t>Para o Programa do Obstetra: Cuidado Integral, Prevenção de crises.</a:t>
            </a:r>
          </a:p>
          <a:p>
            <a:pPr>
              <a:defRPr sz="2000"/>
            </a:pPr>
            <a:r>
              <a:t>Diferencial: Aumento da fidelização e recomendação.</a:t>
            </a:r>
          </a:p>
          <a:p>
            <a:pPr>
              <a:defRPr sz="2000"/>
            </a:pPr>
            <a:r>
              <a:t>Ética: Alinhamento com visão de saúde total.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Um Colo para a Alma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"Quando ela é cuidada, ela cuida com presença e verdade."</a:t>
            </a:r>
          </a:p>
          <a:p/>
          <a:p>
            <a:r>
              <a:t>Esse é o enxoval que ninguém vê. Mas que faz toda a diferença.</a:t>
            </a:r>
          </a:p>
          <a:p>
            <a:r>
              <a:t>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